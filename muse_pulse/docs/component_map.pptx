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116800" cy="2560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on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16800" cy="2560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